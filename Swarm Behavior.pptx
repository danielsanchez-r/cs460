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Lst>
  <p:sldSz cx="43891200" cy="329184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p:restoredLeft sz="6008" autoAdjust="0"/>
    <p:restoredTop sz="94660"/>
  </p:normalViewPr>
  <p:slideViewPr>
    <p:cSldViewPr snapToGrid="0">
      <p:cViewPr>
        <p:scale>
          <a:sx n="30" d="100"/>
          <a:sy n="30" d="100"/>
        </p:scale>
        <p:origin x="1542" y="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291840" y="5387342"/>
            <a:ext cx="37307520" cy="11460480"/>
          </a:xfrm>
        </p:spPr>
        <p:txBody>
          <a:bodyPr anchor="b"/>
          <a:lstStyle>
            <a:lvl1pPr algn="ctr">
              <a:defRPr sz="28800"/>
            </a:lvl1pPr>
          </a:lstStyle>
          <a:p>
            <a:r>
              <a:rPr lang="en-US"/>
              <a:t>Click to edit Master title style</a:t>
            </a:r>
            <a:endParaRPr lang="en-US" dirty="0"/>
          </a:p>
        </p:txBody>
      </p:sp>
      <p:sp>
        <p:nvSpPr>
          <p:cNvPr id="3" name="Subtitle 2"/>
          <p:cNvSpPr>
            <a:spLocks noGrp="1"/>
          </p:cNvSpPr>
          <p:nvPr>
            <p:ph type="subTitle" idx="1"/>
          </p:nvPr>
        </p:nvSpPr>
        <p:spPr>
          <a:xfrm>
            <a:off x="5486400" y="17289782"/>
            <a:ext cx="32918400" cy="7947658"/>
          </a:xfrm>
        </p:spPr>
        <p:txBody>
          <a:bodyPr/>
          <a:lstStyle>
            <a:lvl1pPr marL="0" indent="0" algn="ctr">
              <a:buNone/>
              <a:defRPr sz="11520"/>
            </a:lvl1pPr>
            <a:lvl2pPr marL="2194560" indent="0" algn="ctr">
              <a:buNone/>
              <a:defRPr sz="9600"/>
            </a:lvl2pPr>
            <a:lvl3pPr marL="4389120" indent="0" algn="ctr">
              <a:buNone/>
              <a:defRPr sz="8640"/>
            </a:lvl3pPr>
            <a:lvl4pPr marL="6583680" indent="0" algn="ctr">
              <a:buNone/>
              <a:defRPr sz="7680"/>
            </a:lvl4pPr>
            <a:lvl5pPr marL="8778240" indent="0" algn="ctr">
              <a:buNone/>
              <a:defRPr sz="7680"/>
            </a:lvl5pPr>
            <a:lvl6pPr marL="10972800" indent="0" algn="ctr">
              <a:buNone/>
              <a:defRPr sz="7680"/>
            </a:lvl6pPr>
            <a:lvl7pPr marL="13167360" indent="0" algn="ctr">
              <a:buNone/>
              <a:defRPr sz="7680"/>
            </a:lvl7pPr>
            <a:lvl8pPr marL="15361920" indent="0" algn="ctr">
              <a:buNone/>
              <a:defRPr sz="7680"/>
            </a:lvl8pPr>
            <a:lvl9pPr marL="17556480" indent="0" algn="ctr">
              <a:buNone/>
              <a:defRPr sz="768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C9457F8-880A-43B3-8BE3-23F13CF71EFB}" type="datetimeFigureOut">
              <a:rPr lang="en-US" smtClean="0"/>
              <a:t>4/29/2026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FD5F0C5-E41B-4601-A8D5-4F0FA6E5CC9F}" type="slidenum">
              <a:rPr lang="en-US" smtClean="0"/>
              <a:t>‹#›</a:t>
            </a:fld>
            <a:endParaRPr lang="en-US"/>
          </a:p>
        </p:txBody>
      </p:sp>
    </p:spTree>
    <p:extLst>
      <p:ext uri="{BB962C8B-B14F-4D97-AF65-F5344CB8AC3E}">
        <p14:creationId xmlns:p14="http://schemas.microsoft.com/office/powerpoint/2010/main" val="30972632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C9457F8-880A-43B3-8BE3-23F13CF71EFB}" type="datetimeFigureOut">
              <a:rPr lang="en-US" smtClean="0"/>
              <a:t>4/29/2026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FD5F0C5-E41B-4601-A8D5-4F0FA6E5CC9F}" type="slidenum">
              <a:rPr lang="en-US" smtClean="0"/>
              <a:t>‹#›</a:t>
            </a:fld>
            <a:endParaRPr lang="en-US"/>
          </a:p>
        </p:txBody>
      </p:sp>
    </p:spTree>
    <p:extLst>
      <p:ext uri="{BB962C8B-B14F-4D97-AF65-F5344CB8AC3E}">
        <p14:creationId xmlns:p14="http://schemas.microsoft.com/office/powerpoint/2010/main" val="9268143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994662" y="8206749"/>
            <a:ext cx="37856160" cy="13693138"/>
          </a:xfrm>
        </p:spPr>
        <p:txBody>
          <a:bodyPr anchor="b"/>
          <a:lstStyle>
            <a:lvl1pPr>
              <a:defRPr sz="28800"/>
            </a:lvl1pPr>
          </a:lstStyle>
          <a:p>
            <a:r>
              <a:rPr lang="en-US"/>
              <a:t>Click to edit Master title style</a:t>
            </a:r>
            <a:endParaRPr lang="en-US" dirty="0"/>
          </a:p>
        </p:txBody>
      </p:sp>
      <p:sp>
        <p:nvSpPr>
          <p:cNvPr id="3" name="Text Placeholder 2"/>
          <p:cNvSpPr>
            <a:spLocks noGrp="1"/>
          </p:cNvSpPr>
          <p:nvPr>
            <p:ph type="body" idx="1"/>
          </p:nvPr>
        </p:nvSpPr>
        <p:spPr>
          <a:xfrm>
            <a:off x="2994662" y="22029429"/>
            <a:ext cx="37856160" cy="7200898"/>
          </a:xfrm>
        </p:spPr>
        <p:txBody>
          <a:bodyPr/>
          <a:lstStyle>
            <a:lvl1pPr marL="0" indent="0">
              <a:buNone/>
              <a:defRPr sz="11520">
                <a:solidFill>
                  <a:schemeClr val="tx1">
                    <a:tint val="82000"/>
                  </a:schemeClr>
                </a:solidFill>
              </a:defRPr>
            </a:lvl1pPr>
            <a:lvl2pPr marL="2194560" indent="0">
              <a:buNone/>
              <a:defRPr sz="9600">
                <a:solidFill>
                  <a:schemeClr val="tx1">
                    <a:tint val="82000"/>
                  </a:schemeClr>
                </a:solidFill>
              </a:defRPr>
            </a:lvl2pPr>
            <a:lvl3pPr marL="4389120" indent="0">
              <a:buNone/>
              <a:defRPr sz="8640">
                <a:solidFill>
                  <a:schemeClr val="tx1">
                    <a:tint val="82000"/>
                  </a:schemeClr>
                </a:solidFill>
              </a:defRPr>
            </a:lvl3pPr>
            <a:lvl4pPr marL="6583680" indent="0">
              <a:buNone/>
              <a:defRPr sz="7680">
                <a:solidFill>
                  <a:schemeClr val="tx1">
                    <a:tint val="82000"/>
                  </a:schemeClr>
                </a:solidFill>
              </a:defRPr>
            </a:lvl4pPr>
            <a:lvl5pPr marL="8778240" indent="0">
              <a:buNone/>
              <a:defRPr sz="7680">
                <a:solidFill>
                  <a:schemeClr val="tx1">
                    <a:tint val="82000"/>
                  </a:schemeClr>
                </a:solidFill>
              </a:defRPr>
            </a:lvl5pPr>
            <a:lvl6pPr marL="10972800" indent="0">
              <a:buNone/>
              <a:defRPr sz="7680">
                <a:solidFill>
                  <a:schemeClr val="tx1">
                    <a:tint val="82000"/>
                  </a:schemeClr>
                </a:solidFill>
              </a:defRPr>
            </a:lvl6pPr>
            <a:lvl7pPr marL="13167360" indent="0">
              <a:buNone/>
              <a:defRPr sz="7680">
                <a:solidFill>
                  <a:schemeClr val="tx1">
                    <a:tint val="82000"/>
                  </a:schemeClr>
                </a:solidFill>
              </a:defRPr>
            </a:lvl7pPr>
            <a:lvl8pPr marL="15361920" indent="0">
              <a:buNone/>
              <a:defRPr sz="7680">
                <a:solidFill>
                  <a:schemeClr val="tx1">
                    <a:tint val="82000"/>
                  </a:schemeClr>
                </a:solidFill>
              </a:defRPr>
            </a:lvl8pPr>
            <a:lvl9pPr marL="17556480" indent="0">
              <a:buNone/>
              <a:defRPr sz="768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C9457F8-880A-43B3-8BE3-23F13CF71EFB}" type="datetimeFigureOut">
              <a:rPr lang="en-US" smtClean="0"/>
              <a:t>4/29/2026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FD5F0C5-E41B-4601-A8D5-4F0FA6E5CC9F}" type="slidenum">
              <a:rPr lang="en-US" smtClean="0"/>
              <a:t>‹#›</a:t>
            </a:fld>
            <a:endParaRPr lang="en-US"/>
          </a:p>
        </p:txBody>
      </p:sp>
    </p:spTree>
    <p:extLst>
      <p:ext uri="{BB962C8B-B14F-4D97-AF65-F5344CB8AC3E}">
        <p14:creationId xmlns:p14="http://schemas.microsoft.com/office/powerpoint/2010/main" val="34527761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3017520" y="8763000"/>
            <a:ext cx="18653760" cy="208864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22219920" y="8763000"/>
            <a:ext cx="18653760" cy="208864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C9457F8-880A-43B3-8BE3-23F13CF71EFB}" type="datetimeFigureOut">
              <a:rPr lang="en-US" smtClean="0"/>
              <a:t>4/29/2026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FD5F0C5-E41B-4601-A8D5-4F0FA6E5CC9F}" type="slidenum">
              <a:rPr lang="en-US" smtClean="0"/>
              <a:t>‹#›</a:t>
            </a:fld>
            <a:endParaRPr lang="en-US"/>
          </a:p>
        </p:txBody>
      </p:sp>
    </p:spTree>
    <p:extLst>
      <p:ext uri="{BB962C8B-B14F-4D97-AF65-F5344CB8AC3E}">
        <p14:creationId xmlns:p14="http://schemas.microsoft.com/office/powerpoint/2010/main" val="12629579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023237" y="1752607"/>
            <a:ext cx="37856160" cy="6362702"/>
          </a:xfrm>
        </p:spPr>
        <p:txBody>
          <a:bodyPr/>
          <a:lstStyle/>
          <a:p>
            <a:r>
              <a:rPr lang="en-US"/>
              <a:t>Click to edit Master title style</a:t>
            </a:r>
            <a:endParaRPr lang="en-US" dirty="0"/>
          </a:p>
        </p:txBody>
      </p:sp>
      <p:sp>
        <p:nvSpPr>
          <p:cNvPr id="3" name="Text Placeholder 2"/>
          <p:cNvSpPr>
            <a:spLocks noGrp="1"/>
          </p:cNvSpPr>
          <p:nvPr>
            <p:ph type="body" idx="1"/>
          </p:nvPr>
        </p:nvSpPr>
        <p:spPr>
          <a:xfrm>
            <a:off x="3023242" y="8069582"/>
            <a:ext cx="18568032" cy="3954778"/>
          </a:xfrm>
        </p:spPr>
        <p:txBody>
          <a:bodyPr anchor="b"/>
          <a:lstStyle>
            <a:lvl1pPr marL="0" indent="0">
              <a:buNone/>
              <a:defRPr sz="11520" b="1"/>
            </a:lvl1pPr>
            <a:lvl2pPr marL="2194560" indent="0">
              <a:buNone/>
              <a:defRPr sz="9600" b="1"/>
            </a:lvl2pPr>
            <a:lvl3pPr marL="4389120" indent="0">
              <a:buNone/>
              <a:defRPr sz="8640" b="1"/>
            </a:lvl3pPr>
            <a:lvl4pPr marL="6583680" indent="0">
              <a:buNone/>
              <a:defRPr sz="7680" b="1"/>
            </a:lvl4pPr>
            <a:lvl5pPr marL="8778240" indent="0">
              <a:buNone/>
              <a:defRPr sz="7680" b="1"/>
            </a:lvl5pPr>
            <a:lvl6pPr marL="10972800" indent="0">
              <a:buNone/>
              <a:defRPr sz="7680" b="1"/>
            </a:lvl6pPr>
            <a:lvl7pPr marL="13167360" indent="0">
              <a:buNone/>
              <a:defRPr sz="7680" b="1"/>
            </a:lvl7pPr>
            <a:lvl8pPr marL="15361920" indent="0">
              <a:buNone/>
              <a:defRPr sz="7680" b="1"/>
            </a:lvl8pPr>
            <a:lvl9pPr marL="17556480" indent="0">
              <a:buNone/>
              <a:defRPr sz="7680" b="1"/>
            </a:lvl9pPr>
          </a:lstStyle>
          <a:p>
            <a:pPr lvl="0"/>
            <a:r>
              <a:rPr lang="en-US"/>
              <a:t>Click to edit Master text styles</a:t>
            </a:r>
          </a:p>
        </p:txBody>
      </p:sp>
      <p:sp>
        <p:nvSpPr>
          <p:cNvPr id="4" name="Content Placeholder 3"/>
          <p:cNvSpPr>
            <a:spLocks noGrp="1"/>
          </p:cNvSpPr>
          <p:nvPr>
            <p:ph sz="half" idx="2"/>
          </p:nvPr>
        </p:nvSpPr>
        <p:spPr>
          <a:xfrm>
            <a:off x="3023242" y="12024360"/>
            <a:ext cx="18568032" cy="176860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22219922" y="8069582"/>
            <a:ext cx="18659477" cy="3954778"/>
          </a:xfrm>
        </p:spPr>
        <p:txBody>
          <a:bodyPr anchor="b"/>
          <a:lstStyle>
            <a:lvl1pPr marL="0" indent="0">
              <a:buNone/>
              <a:defRPr sz="11520" b="1"/>
            </a:lvl1pPr>
            <a:lvl2pPr marL="2194560" indent="0">
              <a:buNone/>
              <a:defRPr sz="9600" b="1"/>
            </a:lvl2pPr>
            <a:lvl3pPr marL="4389120" indent="0">
              <a:buNone/>
              <a:defRPr sz="8640" b="1"/>
            </a:lvl3pPr>
            <a:lvl4pPr marL="6583680" indent="0">
              <a:buNone/>
              <a:defRPr sz="7680" b="1"/>
            </a:lvl4pPr>
            <a:lvl5pPr marL="8778240" indent="0">
              <a:buNone/>
              <a:defRPr sz="7680" b="1"/>
            </a:lvl5pPr>
            <a:lvl6pPr marL="10972800" indent="0">
              <a:buNone/>
              <a:defRPr sz="7680" b="1"/>
            </a:lvl6pPr>
            <a:lvl7pPr marL="13167360" indent="0">
              <a:buNone/>
              <a:defRPr sz="7680" b="1"/>
            </a:lvl7pPr>
            <a:lvl8pPr marL="15361920" indent="0">
              <a:buNone/>
              <a:defRPr sz="7680" b="1"/>
            </a:lvl8pPr>
            <a:lvl9pPr marL="17556480" indent="0">
              <a:buNone/>
              <a:defRPr sz="7680" b="1"/>
            </a:lvl9pPr>
          </a:lstStyle>
          <a:p>
            <a:pPr lvl="0"/>
            <a:r>
              <a:rPr lang="en-US"/>
              <a:t>Click to edit Master text styles</a:t>
            </a:r>
          </a:p>
        </p:txBody>
      </p:sp>
      <p:sp>
        <p:nvSpPr>
          <p:cNvPr id="6" name="Content Placeholder 5"/>
          <p:cNvSpPr>
            <a:spLocks noGrp="1"/>
          </p:cNvSpPr>
          <p:nvPr>
            <p:ph sz="quarter" idx="4"/>
          </p:nvPr>
        </p:nvSpPr>
        <p:spPr>
          <a:xfrm>
            <a:off x="22219922" y="12024360"/>
            <a:ext cx="18659477" cy="176860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C9457F8-880A-43B3-8BE3-23F13CF71EFB}" type="datetimeFigureOut">
              <a:rPr lang="en-US" smtClean="0"/>
              <a:t>4/29/2026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FD5F0C5-E41B-4601-A8D5-4F0FA6E5CC9F}" type="slidenum">
              <a:rPr lang="en-US" smtClean="0"/>
              <a:t>‹#›</a:t>
            </a:fld>
            <a:endParaRPr lang="en-US"/>
          </a:p>
        </p:txBody>
      </p:sp>
    </p:spTree>
    <p:extLst>
      <p:ext uri="{BB962C8B-B14F-4D97-AF65-F5344CB8AC3E}">
        <p14:creationId xmlns:p14="http://schemas.microsoft.com/office/powerpoint/2010/main" val="17371925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C9457F8-880A-43B3-8BE3-23F13CF71EFB}" type="datetimeFigureOut">
              <a:rPr lang="en-US" smtClean="0"/>
              <a:t>4/29/2026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FD5F0C5-E41B-4601-A8D5-4F0FA6E5CC9F}" type="slidenum">
              <a:rPr lang="en-US" smtClean="0"/>
              <a:t>‹#›</a:t>
            </a:fld>
            <a:endParaRPr lang="en-US"/>
          </a:p>
        </p:txBody>
      </p:sp>
    </p:spTree>
    <p:extLst>
      <p:ext uri="{BB962C8B-B14F-4D97-AF65-F5344CB8AC3E}">
        <p14:creationId xmlns:p14="http://schemas.microsoft.com/office/powerpoint/2010/main" val="20755509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C9457F8-880A-43B3-8BE3-23F13CF71EFB}" type="datetimeFigureOut">
              <a:rPr lang="en-US" smtClean="0"/>
              <a:t>4/29/2026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FD5F0C5-E41B-4601-A8D5-4F0FA6E5CC9F}" type="slidenum">
              <a:rPr lang="en-US" smtClean="0"/>
              <a:t>‹#›</a:t>
            </a:fld>
            <a:endParaRPr lang="en-US"/>
          </a:p>
        </p:txBody>
      </p:sp>
    </p:spTree>
    <p:extLst>
      <p:ext uri="{BB962C8B-B14F-4D97-AF65-F5344CB8AC3E}">
        <p14:creationId xmlns:p14="http://schemas.microsoft.com/office/powerpoint/2010/main" val="25582404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23237" y="2194560"/>
            <a:ext cx="14156054" cy="7680960"/>
          </a:xfrm>
        </p:spPr>
        <p:txBody>
          <a:bodyPr anchor="b"/>
          <a:lstStyle>
            <a:lvl1pPr>
              <a:defRPr sz="15360"/>
            </a:lvl1pPr>
          </a:lstStyle>
          <a:p>
            <a:r>
              <a:rPr lang="en-US"/>
              <a:t>Click to edit Master title style</a:t>
            </a:r>
            <a:endParaRPr lang="en-US" dirty="0"/>
          </a:p>
        </p:txBody>
      </p:sp>
      <p:sp>
        <p:nvSpPr>
          <p:cNvPr id="3" name="Content Placeholder 2"/>
          <p:cNvSpPr>
            <a:spLocks noGrp="1"/>
          </p:cNvSpPr>
          <p:nvPr>
            <p:ph idx="1"/>
          </p:nvPr>
        </p:nvSpPr>
        <p:spPr>
          <a:xfrm>
            <a:off x="18659477" y="4739647"/>
            <a:ext cx="22219920" cy="23393400"/>
          </a:xfrm>
        </p:spPr>
        <p:txBody>
          <a:bodyPr/>
          <a:lstStyle>
            <a:lvl1pPr>
              <a:defRPr sz="15360"/>
            </a:lvl1pPr>
            <a:lvl2pPr>
              <a:defRPr sz="13440"/>
            </a:lvl2pPr>
            <a:lvl3pPr>
              <a:defRPr sz="11520"/>
            </a:lvl3pPr>
            <a:lvl4pPr>
              <a:defRPr sz="9600"/>
            </a:lvl4pPr>
            <a:lvl5pPr>
              <a:defRPr sz="9600"/>
            </a:lvl5pPr>
            <a:lvl6pPr>
              <a:defRPr sz="9600"/>
            </a:lvl6pPr>
            <a:lvl7pPr>
              <a:defRPr sz="9600"/>
            </a:lvl7pPr>
            <a:lvl8pPr>
              <a:defRPr sz="9600"/>
            </a:lvl8pPr>
            <a:lvl9pPr>
              <a:defRPr sz="9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023237" y="9875520"/>
            <a:ext cx="14156054" cy="18295622"/>
          </a:xfrm>
        </p:spPr>
        <p:txBody>
          <a:bodyPr/>
          <a:lstStyle>
            <a:lvl1pPr marL="0" indent="0">
              <a:buNone/>
              <a:defRPr sz="7680"/>
            </a:lvl1pPr>
            <a:lvl2pPr marL="2194560" indent="0">
              <a:buNone/>
              <a:defRPr sz="6720"/>
            </a:lvl2pPr>
            <a:lvl3pPr marL="4389120" indent="0">
              <a:buNone/>
              <a:defRPr sz="5760"/>
            </a:lvl3pPr>
            <a:lvl4pPr marL="6583680" indent="0">
              <a:buNone/>
              <a:defRPr sz="4800"/>
            </a:lvl4pPr>
            <a:lvl5pPr marL="8778240" indent="0">
              <a:buNone/>
              <a:defRPr sz="4800"/>
            </a:lvl5pPr>
            <a:lvl6pPr marL="10972800" indent="0">
              <a:buNone/>
              <a:defRPr sz="4800"/>
            </a:lvl6pPr>
            <a:lvl7pPr marL="13167360" indent="0">
              <a:buNone/>
              <a:defRPr sz="4800"/>
            </a:lvl7pPr>
            <a:lvl8pPr marL="15361920" indent="0">
              <a:buNone/>
              <a:defRPr sz="4800"/>
            </a:lvl8pPr>
            <a:lvl9pPr marL="17556480" indent="0">
              <a:buNone/>
              <a:defRPr sz="4800"/>
            </a:lvl9pPr>
          </a:lstStyle>
          <a:p>
            <a:pPr lvl="0"/>
            <a:r>
              <a:rPr lang="en-US"/>
              <a:t>Click to edit Master text styles</a:t>
            </a:r>
          </a:p>
        </p:txBody>
      </p:sp>
      <p:sp>
        <p:nvSpPr>
          <p:cNvPr id="5" name="Date Placeholder 4"/>
          <p:cNvSpPr>
            <a:spLocks noGrp="1"/>
          </p:cNvSpPr>
          <p:nvPr>
            <p:ph type="dt" sz="half" idx="10"/>
          </p:nvPr>
        </p:nvSpPr>
        <p:spPr/>
        <p:txBody>
          <a:bodyPr/>
          <a:lstStyle/>
          <a:p>
            <a:fld id="{8C9457F8-880A-43B3-8BE3-23F13CF71EFB}" type="datetimeFigureOut">
              <a:rPr lang="en-US" smtClean="0"/>
              <a:t>4/29/2026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FD5F0C5-E41B-4601-A8D5-4F0FA6E5CC9F}" type="slidenum">
              <a:rPr lang="en-US" smtClean="0"/>
              <a:t>‹#›</a:t>
            </a:fld>
            <a:endParaRPr lang="en-US"/>
          </a:p>
        </p:txBody>
      </p:sp>
    </p:spTree>
    <p:extLst>
      <p:ext uri="{BB962C8B-B14F-4D97-AF65-F5344CB8AC3E}">
        <p14:creationId xmlns:p14="http://schemas.microsoft.com/office/powerpoint/2010/main" val="6271459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23237" y="2194560"/>
            <a:ext cx="14156054" cy="7680960"/>
          </a:xfrm>
        </p:spPr>
        <p:txBody>
          <a:bodyPr anchor="b"/>
          <a:lstStyle>
            <a:lvl1pPr>
              <a:defRPr sz="15360"/>
            </a:lvl1pPr>
          </a:lstStyle>
          <a:p>
            <a:r>
              <a:rPr lang="en-US"/>
              <a:t>Click to edit Master title style</a:t>
            </a:r>
            <a:endParaRPr lang="en-US" dirty="0"/>
          </a:p>
        </p:txBody>
      </p:sp>
      <p:sp>
        <p:nvSpPr>
          <p:cNvPr id="3" name="Picture Placeholder 2"/>
          <p:cNvSpPr>
            <a:spLocks noGrp="1" noChangeAspect="1"/>
          </p:cNvSpPr>
          <p:nvPr>
            <p:ph type="pic" idx="1"/>
          </p:nvPr>
        </p:nvSpPr>
        <p:spPr>
          <a:xfrm>
            <a:off x="18659477" y="4739647"/>
            <a:ext cx="22219920" cy="23393400"/>
          </a:xfrm>
        </p:spPr>
        <p:txBody>
          <a:bodyPr anchor="t"/>
          <a:lstStyle>
            <a:lvl1pPr marL="0" indent="0">
              <a:buNone/>
              <a:defRPr sz="15360"/>
            </a:lvl1pPr>
            <a:lvl2pPr marL="2194560" indent="0">
              <a:buNone/>
              <a:defRPr sz="13440"/>
            </a:lvl2pPr>
            <a:lvl3pPr marL="4389120" indent="0">
              <a:buNone/>
              <a:defRPr sz="11520"/>
            </a:lvl3pPr>
            <a:lvl4pPr marL="6583680" indent="0">
              <a:buNone/>
              <a:defRPr sz="9600"/>
            </a:lvl4pPr>
            <a:lvl5pPr marL="8778240" indent="0">
              <a:buNone/>
              <a:defRPr sz="9600"/>
            </a:lvl5pPr>
            <a:lvl6pPr marL="10972800" indent="0">
              <a:buNone/>
              <a:defRPr sz="9600"/>
            </a:lvl6pPr>
            <a:lvl7pPr marL="13167360" indent="0">
              <a:buNone/>
              <a:defRPr sz="9600"/>
            </a:lvl7pPr>
            <a:lvl8pPr marL="15361920" indent="0">
              <a:buNone/>
              <a:defRPr sz="9600"/>
            </a:lvl8pPr>
            <a:lvl9pPr marL="17556480" indent="0">
              <a:buNone/>
              <a:defRPr sz="9600"/>
            </a:lvl9pPr>
          </a:lstStyle>
          <a:p>
            <a:r>
              <a:rPr lang="en-US"/>
              <a:t>Click icon to add picture</a:t>
            </a:r>
            <a:endParaRPr lang="en-US" dirty="0"/>
          </a:p>
        </p:txBody>
      </p:sp>
      <p:sp>
        <p:nvSpPr>
          <p:cNvPr id="4" name="Text Placeholder 3"/>
          <p:cNvSpPr>
            <a:spLocks noGrp="1"/>
          </p:cNvSpPr>
          <p:nvPr>
            <p:ph type="body" sz="half" idx="2"/>
          </p:nvPr>
        </p:nvSpPr>
        <p:spPr>
          <a:xfrm>
            <a:off x="3023237" y="9875520"/>
            <a:ext cx="14156054" cy="18295622"/>
          </a:xfrm>
        </p:spPr>
        <p:txBody>
          <a:bodyPr/>
          <a:lstStyle>
            <a:lvl1pPr marL="0" indent="0">
              <a:buNone/>
              <a:defRPr sz="7680"/>
            </a:lvl1pPr>
            <a:lvl2pPr marL="2194560" indent="0">
              <a:buNone/>
              <a:defRPr sz="6720"/>
            </a:lvl2pPr>
            <a:lvl3pPr marL="4389120" indent="0">
              <a:buNone/>
              <a:defRPr sz="5760"/>
            </a:lvl3pPr>
            <a:lvl4pPr marL="6583680" indent="0">
              <a:buNone/>
              <a:defRPr sz="4800"/>
            </a:lvl4pPr>
            <a:lvl5pPr marL="8778240" indent="0">
              <a:buNone/>
              <a:defRPr sz="4800"/>
            </a:lvl5pPr>
            <a:lvl6pPr marL="10972800" indent="0">
              <a:buNone/>
              <a:defRPr sz="4800"/>
            </a:lvl6pPr>
            <a:lvl7pPr marL="13167360" indent="0">
              <a:buNone/>
              <a:defRPr sz="4800"/>
            </a:lvl7pPr>
            <a:lvl8pPr marL="15361920" indent="0">
              <a:buNone/>
              <a:defRPr sz="4800"/>
            </a:lvl8pPr>
            <a:lvl9pPr marL="17556480" indent="0">
              <a:buNone/>
              <a:defRPr sz="4800"/>
            </a:lvl9pPr>
          </a:lstStyle>
          <a:p>
            <a:pPr lvl="0"/>
            <a:r>
              <a:rPr lang="en-US"/>
              <a:t>Click to edit Master text styles</a:t>
            </a:r>
          </a:p>
        </p:txBody>
      </p:sp>
      <p:sp>
        <p:nvSpPr>
          <p:cNvPr id="5" name="Date Placeholder 4"/>
          <p:cNvSpPr>
            <a:spLocks noGrp="1"/>
          </p:cNvSpPr>
          <p:nvPr>
            <p:ph type="dt" sz="half" idx="10"/>
          </p:nvPr>
        </p:nvSpPr>
        <p:spPr/>
        <p:txBody>
          <a:bodyPr/>
          <a:lstStyle/>
          <a:p>
            <a:fld id="{8C9457F8-880A-43B3-8BE3-23F13CF71EFB}" type="datetimeFigureOut">
              <a:rPr lang="en-US" smtClean="0"/>
              <a:t>4/29/2026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FD5F0C5-E41B-4601-A8D5-4F0FA6E5CC9F}" type="slidenum">
              <a:rPr lang="en-US" smtClean="0"/>
              <a:t>‹#›</a:t>
            </a:fld>
            <a:endParaRPr lang="en-US"/>
          </a:p>
        </p:txBody>
      </p:sp>
    </p:spTree>
    <p:extLst>
      <p:ext uri="{BB962C8B-B14F-4D97-AF65-F5344CB8AC3E}">
        <p14:creationId xmlns:p14="http://schemas.microsoft.com/office/powerpoint/2010/main" val="13588202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C9457F8-880A-43B3-8BE3-23F13CF71EFB}" type="datetimeFigureOut">
              <a:rPr lang="en-US" smtClean="0"/>
              <a:t>4/29/2026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FD5F0C5-E41B-4601-A8D5-4F0FA6E5CC9F}" type="slidenum">
              <a:rPr lang="en-US" smtClean="0"/>
              <a:t>‹#›</a:t>
            </a:fld>
            <a:endParaRPr lang="en-US"/>
          </a:p>
        </p:txBody>
      </p:sp>
    </p:spTree>
    <p:extLst>
      <p:ext uri="{BB962C8B-B14F-4D97-AF65-F5344CB8AC3E}">
        <p14:creationId xmlns:p14="http://schemas.microsoft.com/office/powerpoint/2010/main" val="30943820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1409642" y="1752600"/>
            <a:ext cx="9464040" cy="2789682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3017522" y="1752600"/>
            <a:ext cx="27843480" cy="2789682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C9457F8-880A-43B3-8BE3-23F13CF71EFB}" type="datetimeFigureOut">
              <a:rPr lang="en-US" smtClean="0"/>
              <a:t>4/29/2026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FD5F0C5-E41B-4601-A8D5-4F0FA6E5CC9F}" type="slidenum">
              <a:rPr lang="en-US" smtClean="0"/>
              <a:t>‹#›</a:t>
            </a:fld>
            <a:endParaRPr lang="en-US"/>
          </a:p>
        </p:txBody>
      </p:sp>
    </p:spTree>
    <p:extLst>
      <p:ext uri="{BB962C8B-B14F-4D97-AF65-F5344CB8AC3E}">
        <p14:creationId xmlns:p14="http://schemas.microsoft.com/office/powerpoint/2010/main" val="42645561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17520" y="1752607"/>
            <a:ext cx="37856160" cy="636270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3017520" y="8763000"/>
            <a:ext cx="37856160" cy="2088642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3017520" y="30510487"/>
            <a:ext cx="9875520" cy="1752600"/>
          </a:xfrm>
          <a:prstGeom prst="rect">
            <a:avLst/>
          </a:prstGeom>
        </p:spPr>
        <p:txBody>
          <a:bodyPr vert="horz" lIns="91440" tIns="45720" rIns="91440" bIns="45720" rtlCol="0" anchor="ctr"/>
          <a:lstStyle>
            <a:lvl1pPr algn="l">
              <a:defRPr sz="5760">
                <a:solidFill>
                  <a:schemeClr val="tx1">
                    <a:tint val="82000"/>
                  </a:schemeClr>
                </a:solidFill>
              </a:defRPr>
            </a:lvl1pPr>
          </a:lstStyle>
          <a:p>
            <a:fld id="{8C9457F8-880A-43B3-8BE3-23F13CF71EFB}" type="datetimeFigureOut">
              <a:rPr lang="en-US" smtClean="0"/>
              <a:t>4/29/2026</a:t>
            </a:fld>
            <a:endParaRPr lang="en-US"/>
          </a:p>
        </p:txBody>
      </p:sp>
      <p:sp>
        <p:nvSpPr>
          <p:cNvPr id="5" name="Footer Placeholder 4"/>
          <p:cNvSpPr>
            <a:spLocks noGrp="1"/>
          </p:cNvSpPr>
          <p:nvPr>
            <p:ph type="ftr" sz="quarter" idx="3"/>
          </p:nvPr>
        </p:nvSpPr>
        <p:spPr>
          <a:xfrm>
            <a:off x="14538960" y="30510487"/>
            <a:ext cx="14813280" cy="1752600"/>
          </a:xfrm>
          <a:prstGeom prst="rect">
            <a:avLst/>
          </a:prstGeom>
        </p:spPr>
        <p:txBody>
          <a:bodyPr vert="horz" lIns="91440" tIns="45720" rIns="91440" bIns="45720" rtlCol="0" anchor="ctr"/>
          <a:lstStyle>
            <a:lvl1pPr algn="ctr">
              <a:defRPr sz="576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30998160" y="30510487"/>
            <a:ext cx="9875520" cy="1752600"/>
          </a:xfrm>
          <a:prstGeom prst="rect">
            <a:avLst/>
          </a:prstGeom>
        </p:spPr>
        <p:txBody>
          <a:bodyPr vert="horz" lIns="91440" tIns="45720" rIns="91440" bIns="45720" rtlCol="0" anchor="ctr"/>
          <a:lstStyle>
            <a:lvl1pPr algn="r">
              <a:defRPr sz="5760">
                <a:solidFill>
                  <a:schemeClr val="tx1">
                    <a:tint val="82000"/>
                  </a:schemeClr>
                </a:solidFill>
              </a:defRPr>
            </a:lvl1pPr>
          </a:lstStyle>
          <a:p>
            <a:fld id="{AFD5F0C5-E41B-4601-A8D5-4F0FA6E5CC9F}" type="slidenum">
              <a:rPr lang="en-US" smtClean="0"/>
              <a:t>‹#›</a:t>
            </a:fld>
            <a:endParaRPr lang="en-US"/>
          </a:p>
        </p:txBody>
      </p:sp>
    </p:spTree>
    <p:extLst>
      <p:ext uri="{BB962C8B-B14F-4D97-AF65-F5344CB8AC3E}">
        <p14:creationId xmlns:p14="http://schemas.microsoft.com/office/powerpoint/2010/main" val="102662789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4389120" rtl="0" eaLnBrk="1" latinLnBrk="0" hangingPunct="1">
        <a:lnSpc>
          <a:spcPct val="90000"/>
        </a:lnSpc>
        <a:spcBef>
          <a:spcPct val="0"/>
        </a:spcBef>
        <a:buNone/>
        <a:defRPr sz="21120" kern="1200">
          <a:solidFill>
            <a:schemeClr val="tx1"/>
          </a:solidFill>
          <a:latin typeface="+mj-lt"/>
          <a:ea typeface="+mj-ea"/>
          <a:cs typeface="+mj-cs"/>
        </a:defRPr>
      </a:lvl1pPr>
    </p:titleStyle>
    <p:bodyStyle>
      <a:lvl1pPr marL="1097280" indent="-1097280" algn="l" defTabSz="4389120" rtl="0" eaLnBrk="1" latinLnBrk="0" hangingPunct="1">
        <a:lnSpc>
          <a:spcPct val="90000"/>
        </a:lnSpc>
        <a:spcBef>
          <a:spcPts val="4800"/>
        </a:spcBef>
        <a:buFont typeface="Arial" panose="020B0604020202020204" pitchFamily="34" charset="0"/>
        <a:buChar char="•"/>
        <a:defRPr sz="13440" kern="1200">
          <a:solidFill>
            <a:schemeClr val="tx1"/>
          </a:solidFill>
          <a:latin typeface="+mn-lt"/>
          <a:ea typeface="+mn-ea"/>
          <a:cs typeface="+mn-cs"/>
        </a:defRPr>
      </a:lvl1pPr>
      <a:lvl2pPr marL="3291840" indent="-1097280" algn="l" defTabSz="4389120" rtl="0" eaLnBrk="1" latinLnBrk="0" hangingPunct="1">
        <a:lnSpc>
          <a:spcPct val="90000"/>
        </a:lnSpc>
        <a:spcBef>
          <a:spcPts val="2400"/>
        </a:spcBef>
        <a:buFont typeface="Arial" panose="020B0604020202020204" pitchFamily="34" charset="0"/>
        <a:buChar char="•"/>
        <a:defRPr sz="11520" kern="1200">
          <a:solidFill>
            <a:schemeClr val="tx1"/>
          </a:solidFill>
          <a:latin typeface="+mn-lt"/>
          <a:ea typeface="+mn-ea"/>
          <a:cs typeface="+mn-cs"/>
        </a:defRPr>
      </a:lvl2pPr>
      <a:lvl3pPr marL="5486400" indent="-1097280" algn="l" defTabSz="4389120" rtl="0" eaLnBrk="1" latinLnBrk="0" hangingPunct="1">
        <a:lnSpc>
          <a:spcPct val="90000"/>
        </a:lnSpc>
        <a:spcBef>
          <a:spcPts val="2400"/>
        </a:spcBef>
        <a:buFont typeface="Arial" panose="020B0604020202020204" pitchFamily="34" charset="0"/>
        <a:buChar char="•"/>
        <a:defRPr sz="9600" kern="1200">
          <a:solidFill>
            <a:schemeClr val="tx1"/>
          </a:solidFill>
          <a:latin typeface="+mn-lt"/>
          <a:ea typeface="+mn-ea"/>
          <a:cs typeface="+mn-cs"/>
        </a:defRPr>
      </a:lvl3pPr>
      <a:lvl4pPr marL="768096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4pPr>
      <a:lvl5pPr marL="987552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5pPr>
      <a:lvl6pPr marL="1207008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6pPr>
      <a:lvl7pPr marL="1426464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7pPr>
      <a:lvl8pPr marL="1645920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8pPr>
      <a:lvl9pPr marL="1865376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9pPr>
    </p:bodyStyle>
    <p:otherStyle>
      <a:defPPr>
        <a:defRPr lang="en-US"/>
      </a:defPPr>
      <a:lvl1pPr marL="0" algn="l" defTabSz="4389120" rtl="0" eaLnBrk="1" latinLnBrk="0" hangingPunct="1">
        <a:defRPr sz="8640" kern="1200">
          <a:solidFill>
            <a:schemeClr val="tx1"/>
          </a:solidFill>
          <a:latin typeface="+mn-lt"/>
          <a:ea typeface="+mn-ea"/>
          <a:cs typeface="+mn-cs"/>
        </a:defRPr>
      </a:lvl1pPr>
      <a:lvl2pPr marL="2194560" algn="l" defTabSz="4389120" rtl="0" eaLnBrk="1" latinLnBrk="0" hangingPunct="1">
        <a:defRPr sz="8640" kern="1200">
          <a:solidFill>
            <a:schemeClr val="tx1"/>
          </a:solidFill>
          <a:latin typeface="+mn-lt"/>
          <a:ea typeface="+mn-ea"/>
          <a:cs typeface="+mn-cs"/>
        </a:defRPr>
      </a:lvl2pPr>
      <a:lvl3pPr marL="4389120" algn="l" defTabSz="4389120" rtl="0" eaLnBrk="1" latinLnBrk="0" hangingPunct="1">
        <a:defRPr sz="8640" kern="1200">
          <a:solidFill>
            <a:schemeClr val="tx1"/>
          </a:solidFill>
          <a:latin typeface="+mn-lt"/>
          <a:ea typeface="+mn-ea"/>
          <a:cs typeface="+mn-cs"/>
        </a:defRPr>
      </a:lvl3pPr>
      <a:lvl4pPr marL="6583680" algn="l" defTabSz="4389120" rtl="0" eaLnBrk="1" latinLnBrk="0" hangingPunct="1">
        <a:defRPr sz="8640" kern="1200">
          <a:solidFill>
            <a:schemeClr val="tx1"/>
          </a:solidFill>
          <a:latin typeface="+mn-lt"/>
          <a:ea typeface="+mn-ea"/>
          <a:cs typeface="+mn-cs"/>
        </a:defRPr>
      </a:lvl4pPr>
      <a:lvl5pPr marL="8778240" algn="l" defTabSz="4389120" rtl="0" eaLnBrk="1" latinLnBrk="0" hangingPunct="1">
        <a:defRPr sz="8640" kern="1200">
          <a:solidFill>
            <a:schemeClr val="tx1"/>
          </a:solidFill>
          <a:latin typeface="+mn-lt"/>
          <a:ea typeface="+mn-ea"/>
          <a:cs typeface="+mn-cs"/>
        </a:defRPr>
      </a:lvl5pPr>
      <a:lvl6pPr marL="10972800" algn="l" defTabSz="4389120" rtl="0" eaLnBrk="1" latinLnBrk="0" hangingPunct="1">
        <a:defRPr sz="8640" kern="1200">
          <a:solidFill>
            <a:schemeClr val="tx1"/>
          </a:solidFill>
          <a:latin typeface="+mn-lt"/>
          <a:ea typeface="+mn-ea"/>
          <a:cs typeface="+mn-cs"/>
        </a:defRPr>
      </a:lvl6pPr>
      <a:lvl7pPr marL="13167360" algn="l" defTabSz="4389120" rtl="0" eaLnBrk="1" latinLnBrk="0" hangingPunct="1">
        <a:defRPr sz="8640" kern="1200">
          <a:solidFill>
            <a:schemeClr val="tx1"/>
          </a:solidFill>
          <a:latin typeface="+mn-lt"/>
          <a:ea typeface="+mn-ea"/>
          <a:cs typeface="+mn-cs"/>
        </a:defRPr>
      </a:lvl7pPr>
      <a:lvl8pPr marL="15361920" algn="l" defTabSz="4389120" rtl="0" eaLnBrk="1" latinLnBrk="0" hangingPunct="1">
        <a:defRPr sz="8640" kern="1200">
          <a:solidFill>
            <a:schemeClr val="tx1"/>
          </a:solidFill>
          <a:latin typeface="+mn-lt"/>
          <a:ea typeface="+mn-ea"/>
          <a:cs typeface="+mn-cs"/>
        </a:defRPr>
      </a:lvl8pPr>
      <a:lvl9pPr marL="17556480" algn="l" defTabSz="4389120" rtl="0" eaLnBrk="1" latinLnBrk="0" hangingPunct="1">
        <a:defRPr sz="864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35C53F-FE46-4656-BA9E-3C9A7372176A}"/>
              </a:ext>
            </a:extLst>
          </p:cNvPr>
          <p:cNvSpPr>
            <a:spLocks noGrp="1"/>
          </p:cNvSpPr>
          <p:nvPr>
            <p:ph type="ctrTitle"/>
          </p:nvPr>
        </p:nvSpPr>
        <p:spPr>
          <a:xfrm>
            <a:off x="3814355" y="771799"/>
            <a:ext cx="37307520" cy="2604447"/>
          </a:xfrm>
        </p:spPr>
        <p:txBody>
          <a:bodyPr>
            <a:noAutofit/>
          </a:bodyPr>
          <a:lstStyle/>
          <a:p>
            <a:r>
              <a:rPr lang="en-US" sz="5400" b="1" dirty="0"/>
              <a:t>Swarm Behavior</a:t>
            </a:r>
            <a:br>
              <a:rPr lang="en-US" sz="5400" b="1" dirty="0"/>
            </a:br>
            <a:r>
              <a:rPr lang="en-US" sz="4800" dirty="0"/>
              <a:t>Daniel Sanchez</a:t>
            </a:r>
            <a:br>
              <a:rPr lang="en-US" sz="4800" dirty="0"/>
            </a:br>
            <a:r>
              <a:rPr lang="en-US" sz="4800" dirty="0"/>
              <a:t>Eastern New Mexico University 2026</a:t>
            </a:r>
            <a:br>
              <a:rPr lang="en-US" sz="4800" dirty="0"/>
            </a:br>
            <a:r>
              <a:rPr lang="en-US" sz="4800" dirty="0"/>
              <a:t>Daniel.R.Sanchez@enmu.edu</a:t>
            </a:r>
          </a:p>
        </p:txBody>
      </p:sp>
      <p:sp>
        <p:nvSpPr>
          <p:cNvPr id="4" name="TextBox 3">
            <a:extLst>
              <a:ext uri="{FF2B5EF4-FFF2-40B4-BE49-F238E27FC236}">
                <a16:creationId xmlns:a16="http://schemas.microsoft.com/office/drawing/2014/main" id="{0A83D727-C1FD-6C31-B82D-9E9D8C4D1E84}"/>
              </a:ext>
            </a:extLst>
          </p:cNvPr>
          <p:cNvSpPr txBox="1"/>
          <p:nvPr/>
        </p:nvSpPr>
        <p:spPr>
          <a:xfrm>
            <a:off x="609599" y="3905635"/>
            <a:ext cx="12845144" cy="5016758"/>
          </a:xfrm>
          <a:prstGeom prst="rect">
            <a:avLst/>
          </a:prstGeom>
          <a:noFill/>
        </p:spPr>
        <p:txBody>
          <a:bodyPr wrap="square" rtlCol="0">
            <a:spAutoFit/>
          </a:bodyPr>
          <a:lstStyle/>
          <a:p>
            <a:r>
              <a:rPr lang="en-US" sz="3200" dirty="0"/>
              <a:t>This project aims to identify the most efficient and accurate supervised machine learning model for classifying high-dimensional swarm behavior data. Using the UCI Swarm Behavior datasets, the project compares models across three binary classification tasks: aligned/not aligned, flocking/not flocking, and grouped/not grouped. Dimensionality reduction techniques, including PCA, were explored in an attempt to improve model performance and runtime. However, simpler models without dimensionality reduction were found to be more effective overall because the datasets were highly separable in their original feature space.</a:t>
            </a:r>
          </a:p>
        </p:txBody>
      </p:sp>
      <p:sp>
        <p:nvSpPr>
          <p:cNvPr id="6" name="TextBox 5">
            <a:extLst>
              <a:ext uri="{FF2B5EF4-FFF2-40B4-BE49-F238E27FC236}">
                <a16:creationId xmlns:a16="http://schemas.microsoft.com/office/drawing/2014/main" id="{981C856C-830E-CF07-3185-2C423F9A9074}"/>
              </a:ext>
            </a:extLst>
          </p:cNvPr>
          <p:cNvSpPr txBox="1"/>
          <p:nvPr/>
        </p:nvSpPr>
        <p:spPr>
          <a:xfrm>
            <a:off x="609600" y="10070851"/>
            <a:ext cx="12845143" cy="22744688"/>
          </a:xfrm>
          <a:prstGeom prst="rect">
            <a:avLst/>
          </a:prstGeom>
          <a:noFill/>
        </p:spPr>
        <p:txBody>
          <a:bodyPr wrap="square" rtlCol="0">
            <a:spAutoFit/>
          </a:bodyPr>
          <a:lstStyle/>
          <a:p>
            <a:r>
              <a:rPr lang="en-US" sz="3200" b="1" dirty="0"/>
              <a:t>Datasets</a:t>
            </a:r>
            <a:r>
              <a:rPr lang="en-US" sz="3200" dirty="0"/>
              <a:t>:</a:t>
            </a:r>
            <a:br>
              <a:rPr lang="en-US" sz="3200" dirty="0"/>
            </a:br>
            <a:r>
              <a:rPr lang="en-US" sz="3200" dirty="0"/>
              <a:t>This project used three files from the UCI Swarm Behavior dataset: Aligned, Flocking, and Grouped. Each dataset represents a separate binary classification task where the Class column identifies whether the swarm behavior is present or absent. After cleaning, the Aligned dataset contained 24,016 rows and 2,401 columns, the Flocking dataset contained 24,015 rows and 2,401 columns, and the Grouped dataset contained 24,016 rows and 2,401 columns. Each dataset included 2,400 numerical predictor features and one binary target column.</a:t>
            </a:r>
            <a:br>
              <a:rPr lang="en-US" sz="3200" dirty="0"/>
            </a:br>
            <a:br>
              <a:rPr lang="en-US" sz="3200" dirty="0"/>
            </a:br>
            <a:r>
              <a:rPr lang="en-US" sz="3200" b="1" dirty="0"/>
              <a:t>Preprocessing:</a:t>
            </a:r>
          </a:p>
          <a:p>
            <a:r>
              <a:rPr lang="en-US" sz="3200" dirty="0"/>
              <a:t>All predictor variables represented numerical swarm-movement measurements, so one-hot encoding was not required. The datasets were inspected to verify that the feature columns were stored as numeric values, column names were cleaned, and missing or malformed values were checked. Only the Flocking dataset contained a missing/malformed row, so that row was removed before modeling..</a:t>
            </a:r>
            <a:br>
              <a:rPr lang="en-US" sz="3200" dirty="0"/>
            </a:br>
            <a:br>
              <a:rPr lang="en-US" sz="3200" dirty="0"/>
            </a:br>
            <a:r>
              <a:rPr lang="en-US" sz="3200" b="1" dirty="0"/>
              <a:t>Training and Testing:</a:t>
            </a:r>
            <a:br>
              <a:rPr lang="en-US" sz="3200" dirty="0"/>
            </a:br>
            <a:r>
              <a:rPr lang="en-US" sz="3200" dirty="0"/>
              <a:t>Each dataset was split into an 80% training set and a 20% held-out test set. Stratified sampling was used because the datasets had different class distributions, especially Aligned and Grouped, which were more imbalanced than Flocking. This helped preserve the original class proportions in both the training and testing sets.</a:t>
            </a:r>
            <a:br>
              <a:rPr lang="en-US" sz="3200" dirty="0"/>
            </a:br>
            <a:br>
              <a:rPr lang="en-US" sz="3200" dirty="0"/>
            </a:br>
            <a:r>
              <a:rPr lang="en-US" sz="3200" b="1" dirty="0"/>
              <a:t>Scaling and Dimensionality Reduction:</a:t>
            </a:r>
            <a:br>
              <a:rPr lang="en-US" sz="3200" dirty="0"/>
            </a:br>
            <a:r>
              <a:rPr lang="en-US" sz="3200" dirty="0"/>
              <a:t>Appropriate scaling was applied for scale-sensitive models and PCA-based pipelines. PCA analysis showed that a large number of components was required to retain most of the dataset variance. Approximately 455 components were needed for 90% variance, about 740 components for 95% variance, and about 1,504 components for 99% variance. PCA settings of 95% explained variance, 50 components, and 100 components were tested to determine whether dimensionality reduction improved runtime or performance.</a:t>
            </a:r>
            <a:br>
              <a:rPr lang="en-US" sz="3200" dirty="0"/>
            </a:br>
            <a:br>
              <a:rPr lang="en-US" sz="3200" dirty="0"/>
            </a:br>
            <a:r>
              <a:rPr lang="en-US" sz="3200" b="1" dirty="0"/>
              <a:t>Model Training and Evaluation:</a:t>
            </a:r>
            <a:br>
              <a:rPr lang="en-US" sz="3200" dirty="0"/>
            </a:br>
            <a:r>
              <a:rPr lang="en-US" sz="3200" dirty="0"/>
              <a:t>EDA suggested that the datasets were high-dimensional but highly separable. Because of this, computationally efficient linear models were tested alongside more complex models. The project compared Logistic Regression, </a:t>
            </a:r>
            <a:r>
              <a:rPr lang="en-US" sz="3200" dirty="0" err="1"/>
              <a:t>RidgeClassifier</a:t>
            </a:r>
            <a:r>
              <a:rPr lang="en-US" sz="3200" dirty="0"/>
              <a:t>, Decision Tree, Linear SVC, Random Forest, </a:t>
            </a:r>
            <a:r>
              <a:rPr lang="en-US" sz="3200" dirty="0" err="1"/>
              <a:t>XGBoost</a:t>
            </a:r>
            <a:r>
              <a:rPr lang="en-US" sz="3200" dirty="0"/>
              <a:t>, and selected PCA variants. Models were tuned using cross-validation and evaluated using F1-score, ROC-AUC, accuracy, precision, recall, confusion matrices, and runtime. Since multiple models achieved perfect or near-perfect held-out test results, runtime efficiency became an important final selection factor.</a:t>
            </a:r>
          </a:p>
        </p:txBody>
      </p:sp>
      <p:sp>
        <p:nvSpPr>
          <p:cNvPr id="7" name="Rectangle 6">
            <a:extLst>
              <a:ext uri="{FF2B5EF4-FFF2-40B4-BE49-F238E27FC236}">
                <a16:creationId xmlns:a16="http://schemas.microsoft.com/office/drawing/2014/main" id="{78A7048F-1DAE-9419-8BA3-770F42AFE88F}"/>
              </a:ext>
            </a:extLst>
          </p:cNvPr>
          <p:cNvSpPr/>
          <p:nvPr/>
        </p:nvSpPr>
        <p:spPr>
          <a:xfrm>
            <a:off x="609599" y="3463243"/>
            <a:ext cx="12845144" cy="44239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Introduction</a:t>
            </a:r>
          </a:p>
        </p:txBody>
      </p:sp>
      <p:sp>
        <p:nvSpPr>
          <p:cNvPr id="10" name="Rectangle 9">
            <a:extLst>
              <a:ext uri="{FF2B5EF4-FFF2-40B4-BE49-F238E27FC236}">
                <a16:creationId xmlns:a16="http://schemas.microsoft.com/office/drawing/2014/main" id="{AF969BD1-1029-7A7E-F6B0-6DD6BEB94361}"/>
              </a:ext>
            </a:extLst>
          </p:cNvPr>
          <p:cNvSpPr/>
          <p:nvPr/>
        </p:nvSpPr>
        <p:spPr>
          <a:xfrm>
            <a:off x="609599" y="9661057"/>
            <a:ext cx="12845144" cy="40979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Methodology</a:t>
            </a:r>
          </a:p>
        </p:txBody>
      </p:sp>
      <p:sp>
        <p:nvSpPr>
          <p:cNvPr id="11" name="Rectangle 10">
            <a:extLst>
              <a:ext uri="{FF2B5EF4-FFF2-40B4-BE49-F238E27FC236}">
                <a16:creationId xmlns:a16="http://schemas.microsoft.com/office/drawing/2014/main" id="{F66C58A6-E941-9789-720E-8A162D5661E2}"/>
              </a:ext>
            </a:extLst>
          </p:cNvPr>
          <p:cNvSpPr/>
          <p:nvPr/>
        </p:nvSpPr>
        <p:spPr>
          <a:xfrm>
            <a:off x="13454743" y="3463242"/>
            <a:ext cx="16981714" cy="2859636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8ED622F-CA44-B28B-7001-DD2DDC1D634E}"/>
              </a:ext>
            </a:extLst>
          </p:cNvPr>
          <p:cNvSpPr/>
          <p:nvPr/>
        </p:nvSpPr>
        <p:spPr>
          <a:xfrm>
            <a:off x="30436457" y="3463243"/>
            <a:ext cx="12845144" cy="44239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Conclusion</a:t>
            </a:r>
          </a:p>
        </p:txBody>
      </p:sp>
      <p:sp>
        <p:nvSpPr>
          <p:cNvPr id="14" name="Rectangle 13">
            <a:extLst>
              <a:ext uri="{FF2B5EF4-FFF2-40B4-BE49-F238E27FC236}">
                <a16:creationId xmlns:a16="http://schemas.microsoft.com/office/drawing/2014/main" id="{F503BCAC-9A2B-370F-1669-81B20B964174}"/>
              </a:ext>
            </a:extLst>
          </p:cNvPr>
          <p:cNvSpPr/>
          <p:nvPr/>
        </p:nvSpPr>
        <p:spPr>
          <a:xfrm>
            <a:off x="14940643" y="3498232"/>
            <a:ext cx="14009914" cy="44239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tx1"/>
                </a:solidFill>
              </a:rPr>
              <a:t>Results</a:t>
            </a:r>
          </a:p>
        </p:txBody>
      </p:sp>
      <p:pic>
        <p:nvPicPr>
          <p:cNvPr id="16" name="Picture 15">
            <a:extLst>
              <a:ext uri="{FF2B5EF4-FFF2-40B4-BE49-F238E27FC236}">
                <a16:creationId xmlns:a16="http://schemas.microsoft.com/office/drawing/2014/main" id="{624793C0-6562-3B63-A055-1AC80C7BDCD0}"/>
              </a:ext>
            </a:extLst>
          </p:cNvPr>
          <p:cNvPicPr>
            <a:picLocks noChangeAspect="1"/>
          </p:cNvPicPr>
          <p:nvPr/>
        </p:nvPicPr>
        <p:blipFill>
          <a:blip r:embed="rId2"/>
          <a:stretch>
            <a:fillRect/>
          </a:stretch>
        </p:blipFill>
        <p:spPr>
          <a:xfrm>
            <a:off x="14537841" y="12052265"/>
            <a:ext cx="7004958" cy="4270316"/>
          </a:xfrm>
          <a:prstGeom prst="rect">
            <a:avLst/>
          </a:prstGeom>
        </p:spPr>
      </p:pic>
      <p:pic>
        <p:nvPicPr>
          <p:cNvPr id="18" name="Picture 17">
            <a:extLst>
              <a:ext uri="{FF2B5EF4-FFF2-40B4-BE49-F238E27FC236}">
                <a16:creationId xmlns:a16="http://schemas.microsoft.com/office/drawing/2014/main" id="{A4E350C6-A169-DA18-0C3E-B382FE020C56}"/>
              </a:ext>
            </a:extLst>
          </p:cNvPr>
          <p:cNvPicPr>
            <a:picLocks noChangeAspect="1"/>
          </p:cNvPicPr>
          <p:nvPr/>
        </p:nvPicPr>
        <p:blipFill>
          <a:blip r:embed="rId3"/>
          <a:stretch>
            <a:fillRect/>
          </a:stretch>
        </p:blipFill>
        <p:spPr>
          <a:xfrm>
            <a:off x="13880989" y="16555004"/>
            <a:ext cx="16126224" cy="8381600"/>
          </a:xfrm>
          <a:prstGeom prst="rect">
            <a:avLst/>
          </a:prstGeom>
        </p:spPr>
      </p:pic>
      <p:pic>
        <p:nvPicPr>
          <p:cNvPr id="20" name="Picture 19">
            <a:extLst>
              <a:ext uri="{FF2B5EF4-FFF2-40B4-BE49-F238E27FC236}">
                <a16:creationId xmlns:a16="http://schemas.microsoft.com/office/drawing/2014/main" id="{4BB4DBBC-9EAD-28FA-2882-BE1C151449CA}"/>
              </a:ext>
            </a:extLst>
          </p:cNvPr>
          <p:cNvPicPr>
            <a:picLocks noChangeAspect="1"/>
          </p:cNvPicPr>
          <p:nvPr/>
        </p:nvPicPr>
        <p:blipFill>
          <a:blip r:embed="rId4"/>
          <a:srcRect b="66865"/>
          <a:stretch>
            <a:fillRect/>
          </a:stretch>
        </p:blipFill>
        <p:spPr>
          <a:xfrm>
            <a:off x="13845795" y="7807169"/>
            <a:ext cx="16161418" cy="4117570"/>
          </a:xfrm>
          <a:prstGeom prst="rect">
            <a:avLst/>
          </a:prstGeom>
        </p:spPr>
      </p:pic>
      <p:pic>
        <p:nvPicPr>
          <p:cNvPr id="22" name="Picture 21">
            <a:extLst>
              <a:ext uri="{FF2B5EF4-FFF2-40B4-BE49-F238E27FC236}">
                <a16:creationId xmlns:a16="http://schemas.microsoft.com/office/drawing/2014/main" id="{B20A02F2-7D11-08CC-6C91-7F83A9E5A45E}"/>
              </a:ext>
            </a:extLst>
          </p:cNvPr>
          <p:cNvPicPr>
            <a:picLocks noChangeAspect="1"/>
          </p:cNvPicPr>
          <p:nvPr/>
        </p:nvPicPr>
        <p:blipFill>
          <a:blip r:embed="rId5"/>
          <a:stretch>
            <a:fillRect/>
          </a:stretch>
        </p:blipFill>
        <p:spPr>
          <a:xfrm>
            <a:off x="13880989" y="25103497"/>
            <a:ext cx="16126224" cy="6789214"/>
          </a:xfrm>
          <a:prstGeom prst="rect">
            <a:avLst/>
          </a:prstGeom>
        </p:spPr>
      </p:pic>
      <p:pic>
        <p:nvPicPr>
          <p:cNvPr id="24" name="Picture 23">
            <a:extLst>
              <a:ext uri="{FF2B5EF4-FFF2-40B4-BE49-F238E27FC236}">
                <a16:creationId xmlns:a16="http://schemas.microsoft.com/office/drawing/2014/main" id="{CC761919-ACA5-538C-0BD6-F618858D38D8}"/>
              </a:ext>
            </a:extLst>
          </p:cNvPr>
          <p:cNvPicPr>
            <a:picLocks noChangeAspect="1"/>
          </p:cNvPicPr>
          <p:nvPr/>
        </p:nvPicPr>
        <p:blipFill>
          <a:blip r:embed="rId6"/>
          <a:stretch>
            <a:fillRect/>
          </a:stretch>
        </p:blipFill>
        <p:spPr>
          <a:xfrm>
            <a:off x="13880989" y="4035809"/>
            <a:ext cx="16126224" cy="3672529"/>
          </a:xfrm>
          <a:prstGeom prst="rect">
            <a:avLst/>
          </a:prstGeom>
        </p:spPr>
      </p:pic>
      <p:pic>
        <p:nvPicPr>
          <p:cNvPr id="26" name="Picture 25">
            <a:extLst>
              <a:ext uri="{FF2B5EF4-FFF2-40B4-BE49-F238E27FC236}">
                <a16:creationId xmlns:a16="http://schemas.microsoft.com/office/drawing/2014/main" id="{CD14A4FA-C248-20E4-98AA-6EB4734589FF}"/>
              </a:ext>
            </a:extLst>
          </p:cNvPr>
          <p:cNvPicPr>
            <a:picLocks noChangeAspect="1"/>
          </p:cNvPicPr>
          <p:nvPr/>
        </p:nvPicPr>
        <p:blipFill>
          <a:blip r:embed="rId7"/>
          <a:stretch>
            <a:fillRect/>
          </a:stretch>
        </p:blipFill>
        <p:spPr>
          <a:xfrm>
            <a:off x="22468115" y="12043264"/>
            <a:ext cx="7004958" cy="4344847"/>
          </a:xfrm>
          <a:prstGeom prst="rect">
            <a:avLst/>
          </a:prstGeom>
        </p:spPr>
      </p:pic>
      <p:sp>
        <p:nvSpPr>
          <p:cNvPr id="27" name="TextBox 26">
            <a:extLst>
              <a:ext uri="{FF2B5EF4-FFF2-40B4-BE49-F238E27FC236}">
                <a16:creationId xmlns:a16="http://schemas.microsoft.com/office/drawing/2014/main" id="{6BC27E7E-2BB7-9D83-F718-65046CE2A3E3}"/>
              </a:ext>
            </a:extLst>
          </p:cNvPr>
          <p:cNvSpPr txBox="1"/>
          <p:nvPr/>
        </p:nvSpPr>
        <p:spPr>
          <a:xfrm>
            <a:off x="30588108" y="3905635"/>
            <a:ext cx="12541841" cy="7971413"/>
          </a:xfrm>
          <a:prstGeom prst="rect">
            <a:avLst/>
          </a:prstGeom>
          <a:noFill/>
        </p:spPr>
        <p:txBody>
          <a:bodyPr wrap="square" rtlCol="0">
            <a:spAutoFit/>
          </a:bodyPr>
          <a:lstStyle/>
          <a:p>
            <a:r>
              <a:rPr lang="en-US" sz="3200" dirty="0"/>
              <a:t>The results showed that the Swarm Behavior datasets were highly separable in the original feature space. Several models achieved near-perfect or perfect held-out test performance, so final model selection depended on both predictive accuracy and total runtime.</a:t>
            </a:r>
            <a:br>
              <a:rPr lang="en-US" sz="3200" dirty="0"/>
            </a:br>
            <a:br>
              <a:rPr lang="en-US" sz="3200" dirty="0"/>
            </a:br>
            <a:r>
              <a:rPr lang="en-US" sz="3200" dirty="0"/>
              <a:t>Linear SVC was selected as the final model because it achieved perfect Test F1 and ROC-AUC across all three datasets while requiring lower total runtime than other models. </a:t>
            </a:r>
            <a:r>
              <a:rPr lang="en-US" sz="3200" dirty="0" err="1"/>
              <a:t>RidgeClassifier</a:t>
            </a:r>
            <a:r>
              <a:rPr lang="en-US" sz="3200" dirty="0"/>
              <a:t> also performed very well, but Linear SVC provided the best overall balance of test performance and runtime.</a:t>
            </a:r>
            <a:br>
              <a:rPr lang="en-US" sz="3200" dirty="0"/>
            </a:br>
            <a:br>
              <a:rPr lang="en-US" sz="3200" dirty="0"/>
            </a:br>
            <a:r>
              <a:rPr lang="en-US" sz="3200" dirty="0"/>
              <a:t>PCA-based dimensionality reduction did not improve performance enough to change the final model selection. The untuned Linear SVC baseline also performed nearly identically to the tuned version, showing that hyperparameter tuning mainly validated Linear SVC rather than improving its predictive performance.</a:t>
            </a:r>
          </a:p>
        </p:txBody>
      </p:sp>
      <p:sp>
        <p:nvSpPr>
          <p:cNvPr id="28" name="Rectangle 27">
            <a:extLst>
              <a:ext uri="{FF2B5EF4-FFF2-40B4-BE49-F238E27FC236}">
                <a16:creationId xmlns:a16="http://schemas.microsoft.com/office/drawing/2014/main" id="{3663AC94-F889-8BA8-629A-BDB58BE82C39}"/>
              </a:ext>
            </a:extLst>
          </p:cNvPr>
          <p:cNvSpPr/>
          <p:nvPr/>
        </p:nvSpPr>
        <p:spPr>
          <a:xfrm>
            <a:off x="30436457" y="12768942"/>
            <a:ext cx="12845144" cy="44239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Future Work</a:t>
            </a:r>
          </a:p>
        </p:txBody>
      </p:sp>
      <p:sp>
        <p:nvSpPr>
          <p:cNvPr id="29" name="TextBox 28">
            <a:extLst>
              <a:ext uri="{FF2B5EF4-FFF2-40B4-BE49-F238E27FC236}">
                <a16:creationId xmlns:a16="http://schemas.microsoft.com/office/drawing/2014/main" id="{1B7D94F0-AC78-5780-5892-5A76E3DAC496}"/>
              </a:ext>
            </a:extLst>
          </p:cNvPr>
          <p:cNvSpPr txBox="1"/>
          <p:nvPr/>
        </p:nvSpPr>
        <p:spPr>
          <a:xfrm>
            <a:off x="30588109" y="13329769"/>
            <a:ext cx="12693491" cy="7971413"/>
          </a:xfrm>
          <a:prstGeom prst="rect">
            <a:avLst/>
          </a:prstGeom>
          <a:noFill/>
        </p:spPr>
        <p:txBody>
          <a:bodyPr wrap="square" rtlCol="0">
            <a:spAutoFit/>
          </a:bodyPr>
          <a:lstStyle/>
          <a:p>
            <a:r>
              <a:rPr lang="en-US" sz="3200" dirty="0"/>
              <a:t>Future work could explore additional classification models and alternative modeling strategies to determine whether similar predictive performance can be achieved with lower total runtime. Since Linear SVC already performed extremely well, the next step would not only be to improve accuracy, but to investigate whether another method could match the same F1-score and ROC-AUC while training or running faster. Future work could also test different feature-selection methods, dimensionality-reduction techniques, or reduced feature sets to see whether fewer </a:t>
            </a:r>
            <a:r>
              <a:rPr lang="en-US" sz="3200" dirty="0" err="1"/>
              <a:t>boids</a:t>
            </a:r>
            <a:r>
              <a:rPr lang="en-US" sz="3200" dirty="0"/>
              <a:t> or fewer movement variables can still produce strong classification results. This may help identify a smaller set of important swarm-movement features while reducing model complexity. Additional experiments could also compare different hyperparameter search methods, such as randomized search or more efficient optimization strategies, to reduce tuning time. Finally, the model could be tested on new swarm simulations to determine whether the same performance holds beyond the current UCI Swarm Behavior datasets.</a:t>
            </a:r>
          </a:p>
        </p:txBody>
      </p:sp>
      <p:sp>
        <p:nvSpPr>
          <p:cNvPr id="30" name="Rectangle 29">
            <a:extLst>
              <a:ext uri="{FF2B5EF4-FFF2-40B4-BE49-F238E27FC236}">
                <a16:creationId xmlns:a16="http://schemas.microsoft.com/office/drawing/2014/main" id="{80D4471E-BF09-1CE1-C678-5F15EC3F9C9E}"/>
              </a:ext>
            </a:extLst>
          </p:cNvPr>
          <p:cNvSpPr/>
          <p:nvPr/>
        </p:nvSpPr>
        <p:spPr>
          <a:xfrm>
            <a:off x="30436457" y="22168984"/>
            <a:ext cx="12845143" cy="46648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References</a:t>
            </a:r>
          </a:p>
        </p:txBody>
      </p:sp>
      <p:sp>
        <p:nvSpPr>
          <p:cNvPr id="31" name="TextBox 30">
            <a:extLst>
              <a:ext uri="{FF2B5EF4-FFF2-40B4-BE49-F238E27FC236}">
                <a16:creationId xmlns:a16="http://schemas.microsoft.com/office/drawing/2014/main" id="{509DBF48-2EE5-024D-CBE5-5B34E570C130}"/>
              </a:ext>
            </a:extLst>
          </p:cNvPr>
          <p:cNvSpPr txBox="1"/>
          <p:nvPr/>
        </p:nvSpPr>
        <p:spPr>
          <a:xfrm>
            <a:off x="32722082" y="24443589"/>
            <a:ext cx="8425544" cy="1569660"/>
          </a:xfrm>
          <a:prstGeom prst="rect">
            <a:avLst/>
          </a:prstGeom>
          <a:noFill/>
        </p:spPr>
        <p:txBody>
          <a:bodyPr wrap="square" rtlCol="0">
            <a:spAutoFit/>
          </a:bodyPr>
          <a:lstStyle/>
          <a:p>
            <a:r>
              <a:rPr lang="en-US" sz="3200" b="1" dirty="0"/>
              <a:t>Swarm </a:t>
            </a:r>
            <a:r>
              <a:rPr lang="en-US" sz="3200" b="1" dirty="0" err="1"/>
              <a:t>Behaviour</a:t>
            </a:r>
            <a:r>
              <a:rPr lang="en-US" sz="3200" b="1" dirty="0"/>
              <a:t> [Dataset]. (2020). UCI Machine Learning Repository. https://doi.org/10.24432/C5N02J</a:t>
            </a:r>
          </a:p>
        </p:txBody>
      </p:sp>
    </p:spTree>
    <p:extLst>
      <p:ext uri="{BB962C8B-B14F-4D97-AF65-F5344CB8AC3E}">
        <p14:creationId xmlns:p14="http://schemas.microsoft.com/office/powerpoint/2010/main" val="1084856515"/>
      </p:ext>
    </p:extLst>
  </p:cSld>
  <p:clrMapOvr>
    <a:masterClrMapping/>
  </p:clrMapOvr>
</p:sld>
</file>

<file path=ppt/theme/theme1.xml><?xml version="1.0" encoding="utf-8"?>
<a:theme xmlns:a="http://schemas.openxmlformats.org/drawingml/2006/main" name="Office Theme">
  <a:themeElements>
    <a:clrScheme name="Green">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195</TotalTime>
  <Words>863</Words>
  <Application>Microsoft Office PowerPoint</Application>
  <PresentationFormat>Custom</PresentationFormat>
  <Paragraphs>13</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Aptos</vt:lpstr>
      <vt:lpstr>Aptos Display</vt:lpstr>
      <vt:lpstr>Arial</vt:lpstr>
      <vt:lpstr>Office Theme</vt:lpstr>
      <vt:lpstr>Swarm Behavior Daniel Sanchez Eastern New Mexico University 2026 Daniel.R.Sanchez@enmu.edu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Sanchez, Daniel</dc:creator>
  <cp:lastModifiedBy>Sanchez, Daniel</cp:lastModifiedBy>
  <cp:revision>1</cp:revision>
  <dcterms:created xsi:type="dcterms:W3CDTF">2026-04-30T02:48:01Z</dcterms:created>
  <dcterms:modified xsi:type="dcterms:W3CDTF">2026-04-30T06:03:54Z</dcterms:modified>
</cp:coreProperties>
</file>